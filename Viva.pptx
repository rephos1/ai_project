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18"/>
  </p:notesMasterIdLst>
  <p:sldIdLst>
    <p:sldId id="256" r:id="rId2"/>
    <p:sldId id="257" r:id="rId3"/>
    <p:sldId id="258" r:id="rId4"/>
    <p:sldId id="265" r:id="rId5"/>
    <p:sldId id="259" r:id="rId6"/>
    <p:sldId id="261" r:id="rId7"/>
    <p:sldId id="269" r:id="rId8"/>
    <p:sldId id="262" r:id="rId9"/>
    <p:sldId id="270" r:id="rId10"/>
    <p:sldId id="273" r:id="rId11"/>
    <p:sldId id="263" r:id="rId12"/>
    <p:sldId id="274" r:id="rId13"/>
    <p:sldId id="271" r:id="rId14"/>
    <p:sldId id="266" r:id="rId15"/>
    <p:sldId id="272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C37876-EFB4-4A20-9B24-47BD86921F75}" v="106" dt="2025-05-01T12:37:58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ostin Lachezarov Barzakov [Student-PECS]" userId="e4102025-52b8-4d86-8105-72d72b8f06e4" providerId="ADAL" clId="{FCC37876-EFB4-4A20-9B24-47BD86921F75}"/>
    <pc:docChg chg="custSel addSld delSld modSld sldOrd">
      <pc:chgData name="Radostin Lachezarov Barzakov [Student-PECS]" userId="e4102025-52b8-4d86-8105-72d72b8f06e4" providerId="ADAL" clId="{FCC37876-EFB4-4A20-9B24-47BD86921F75}" dt="2025-05-01T12:37:58.768" v="114" actId="1076"/>
      <pc:docMkLst>
        <pc:docMk/>
      </pc:docMkLst>
      <pc:sldChg chg="modSp mod">
        <pc:chgData name="Radostin Lachezarov Barzakov [Student-PECS]" userId="e4102025-52b8-4d86-8105-72d72b8f06e4" providerId="ADAL" clId="{FCC37876-EFB4-4A20-9B24-47BD86921F75}" dt="2025-05-01T12:03:36.575" v="85" actId="21"/>
        <pc:sldMkLst>
          <pc:docMk/>
          <pc:sldMk cId="3031513917" sldId="266"/>
        </pc:sldMkLst>
        <pc:spChg chg="mod">
          <ac:chgData name="Radostin Lachezarov Barzakov [Student-PECS]" userId="e4102025-52b8-4d86-8105-72d72b8f06e4" providerId="ADAL" clId="{FCC37876-EFB4-4A20-9B24-47BD86921F75}" dt="2025-05-01T12:03:27.940" v="83" actId="21"/>
          <ac:spMkLst>
            <pc:docMk/>
            <pc:sldMk cId="3031513917" sldId="266"/>
            <ac:spMk id="2" creationId="{16038985-E307-0FC4-C0B2-341397889259}"/>
          </ac:spMkLst>
        </pc:spChg>
        <pc:spChg chg="mod">
          <ac:chgData name="Radostin Lachezarov Barzakov [Student-PECS]" userId="e4102025-52b8-4d86-8105-72d72b8f06e4" providerId="ADAL" clId="{FCC37876-EFB4-4A20-9B24-47BD86921F75}" dt="2025-05-01T12:03:36.575" v="85" actId="21"/>
          <ac:spMkLst>
            <pc:docMk/>
            <pc:sldMk cId="3031513917" sldId="266"/>
            <ac:spMk id="3" creationId="{B7F08D55-66EA-BFD5-694D-7D23F1D5EF1D}"/>
          </ac:spMkLst>
        </pc:spChg>
      </pc:sldChg>
      <pc:sldChg chg="addSp delSp modSp new del mod">
        <pc:chgData name="Radostin Lachezarov Barzakov [Student-PECS]" userId="e4102025-52b8-4d86-8105-72d72b8f06e4" providerId="ADAL" clId="{FCC37876-EFB4-4A20-9B24-47BD86921F75}" dt="2025-05-01T12:35:26.070" v="108" actId="47"/>
        <pc:sldMkLst>
          <pc:docMk/>
          <pc:sldMk cId="163916886" sldId="268"/>
        </pc:sldMkLst>
        <pc:spChg chg="del">
          <ac:chgData name="Radostin Lachezarov Barzakov [Student-PECS]" userId="e4102025-52b8-4d86-8105-72d72b8f06e4" providerId="ADAL" clId="{FCC37876-EFB4-4A20-9B24-47BD86921F75}" dt="2025-05-01T10:39:41.766" v="1" actId="478"/>
          <ac:spMkLst>
            <pc:docMk/>
            <pc:sldMk cId="163916886" sldId="268"/>
            <ac:spMk id="2" creationId="{A7DBE043-92EA-AE73-1338-0AABED2DAC64}"/>
          </ac:spMkLst>
        </pc:spChg>
        <pc:spChg chg="del">
          <ac:chgData name="Radostin Lachezarov Barzakov [Student-PECS]" userId="e4102025-52b8-4d86-8105-72d72b8f06e4" providerId="ADAL" clId="{FCC37876-EFB4-4A20-9B24-47BD86921F75}" dt="2025-05-01T12:34:20.036" v="102"/>
          <ac:spMkLst>
            <pc:docMk/>
            <pc:sldMk cId="163916886" sldId="268"/>
            <ac:spMk id="3" creationId="{5FF09393-A1A0-6ADB-9FCD-0B32C9004AAF}"/>
          </ac:spMkLst>
        </pc:spChg>
        <pc:spChg chg="add mod">
          <ac:chgData name="Radostin Lachezarov Barzakov [Student-PECS]" userId="e4102025-52b8-4d86-8105-72d72b8f06e4" providerId="ADAL" clId="{FCC37876-EFB4-4A20-9B24-47BD86921F75}" dt="2025-05-01T12:34:59.896" v="107" actId="478"/>
          <ac:spMkLst>
            <pc:docMk/>
            <pc:sldMk cId="163916886" sldId="268"/>
            <ac:spMk id="7" creationId="{5C692E30-3BF6-46DD-3A36-A1F83D3369D7}"/>
          </ac:spMkLst>
        </pc:spChg>
        <pc:picChg chg="add del mod">
          <ac:chgData name="Radostin Lachezarov Barzakov [Student-PECS]" userId="e4102025-52b8-4d86-8105-72d72b8f06e4" providerId="ADAL" clId="{FCC37876-EFB4-4A20-9B24-47BD86921F75}" dt="2025-05-01T12:34:59.896" v="107" actId="478"/>
          <ac:picMkLst>
            <pc:docMk/>
            <pc:sldMk cId="163916886" sldId="268"/>
            <ac:picMk id="5" creationId="{1ADCF3DF-D248-9FCE-4A61-5F73C8DBA7EE}"/>
          </ac:picMkLst>
        </pc:picChg>
      </pc:sldChg>
      <pc:sldChg chg="addSp delSp modSp new mod">
        <pc:chgData name="Radostin Lachezarov Barzakov [Student-PECS]" userId="e4102025-52b8-4d86-8105-72d72b8f06e4" providerId="ADAL" clId="{FCC37876-EFB4-4A20-9B24-47BD86921F75}" dt="2025-05-01T11:39:22.116" v="60" actId="207"/>
        <pc:sldMkLst>
          <pc:docMk/>
          <pc:sldMk cId="3493550503" sldId="269"/>
        </pc:sldMkLst>
        <pc:spChg chg="del">
          <ac:chgData name="Radostin Lachezarov Barzakov [Student-PECS]" userId="e4102025-52b8-4d86-8105-72d72b8f06e4" providerId="ADAL" clId="{FCC37876-EFB4-4A20-9B24-47BD86921F75}" dt="2025-05-01T11:37:45.814" v="4" actId="478"/>
          <ac:spMkLst>
            <pc:docMk/>
            <pc:sldMk cId="3493550503" sldId="269"/>
            <ac:spMk id="2" creationId="{EF840F40-BB38-DAEE-33A3-F295BC3996FB}"/>
          </ac:spMkLst>
        </pc:spChg>
        <pc:spChg chg="del">
          <ac:chgData name="Radostin Lachezarov Barzakov [Student-PECS]" userId="e4102025-52b8-4d86-8105-72d72b8f06e4" providerId="ADAL" clId="{FCC37876-EFB4-4A20-9B24-47BD86921F75}" dt="2025-05-01T11:37:06.031" v="3" actId="931"/>
          <ac:spMkLst>
            <pc:docMk/>
            <pc:sldMk cId="3493550503" sldId="269"/>
            <ac:spMk id="3" creationId="{2A86EE16-1888-B5FC-59B5-0A7F721952FB}"/>
          </ac:spMkLst>
        </pc:spChg>
        <pc:picChg chg="add mod">
          <ac:chgData name="Radostin Lachezarov Barzakov [Student-PECS]" userId="e4102025-52b8-4d86-8105-72d72b8f06e4" providerId="ADAL" clId="{FCC37876-EFB4-4A20-9B24-47BD86921F75}" dt="2025-05-01T11:39:22.116" v="60" actId="207"/>
          <ac:picMkLst>
            <pc:docMk/>
            <pc:sldMk cId="3493550503" sldId="269"/>
            <ac:picMk id="5" creationId="{01EBFA83-91BB-00D6-EE36-17AEFE5D8A61}"/>
          </ac:picMkLst>
        </pc:picChg>
      </pc:sldChg>
      <pc:sldChg chg="addSp delSp modSp new mod">
        <pc:chgData name="Radostin Lachezarov Barzakov [Student-PECS]" userId="e4102025-52b8-4d86-8105-72d72b8f06e4" providerId="ADAL" clId="{FCC37876-EFB4-4A20-9B24-47BD86921F75}" dt="2025-05-01T12:37:35.319" v="111" actId="1076"/>
        <pc:sldMkLst>
          <pc:docMk/>
          <pc:sldMk cId="284097594" sldId="270"/>
        </pc:sldMkLst>
        <pc:spChg chg="del">
          <ac:chgData name="Radostin Lachezarov Barzakov [Student-PECS]" userId="e4102025-52b8-4d86-8105-72d72b8f06e4" providerId="ADAL" clId="{FCC37876-EFB4-4A20-9B24-47BD86921F75}" dt="2025-05-01T11:58:57.478" v="73" actId="478"/>
          <ac:spMkLst>
            <pc:docMk/>
            <pc:sldMk cId="284097594" sldId="270"/>
            <ac:spMk id="2" creationId="{94373DB9-2C15-2114-0D44-45574559676E}"/>
          </ac:spMkLst>
        </pc:spChg>
        <pc:spChg chg="del">
          <ac:chgData name="Radostin Lachezarov Barzakov [Student-PECS]" userId="e4102025-52b8-4d86-8105-72d72b8f06e4" providerId="ADAL" clId="{FCC37876-EFB4-4A20-9B24-47BD86921F75}" dt="2025-05-01T11:57:40.595" v="64" actId="931"/>
          <ac:spMkLst>
            <pc:docMk/>
            <pc:sldMk cId="284097594" sldId="270"/>
            <ac:spMk id="3" creationId="{AFABE301-C3D0-D676-8793-829A320404B8}"/>
          </ac:spMkLst>
        </pc:spChg>
        <pc:picChg chg="add mod">
          <ac:chgData name="Radostin Lachezarov Barzakov [Student-PECS]" userId="e4102025-52b8-4d86-8105-72d72b8f06e4" providerId="ADAL" clId="{FCC37876-EFB4-4A20-9B24-47BD86921F75}" dt="2025-05-01T12:37:35.319" v="111" actId="1076"/>
          <ac:picMkLst>
            <pc:docMk/>
            <pc:sldMk cId="284097594" sldId="270"/>
            <ac:picMk id="5" creationId="{F459F991-8907-5406-2F72-CF4D38CDEC60}"/>
          </ac:picMkLst>
        </pc:picChg>
      </pc:sldChg>
      <pc:sldChg chg="new del">
        <pc:chgData name="Radostin Lachezarov Barzakov [Student-PECS]" userId="e4102025-52b8-4d86-8105-72d72b8f06e4" providerId="ADAL" clId="{FCC37876-EFB4-4A20-9B24-47BD86921F75}" dt="2025-05-01T11:47:29.536" v="62" actId="47"/>
        <pc:sldMkLst>
          <pc:docMk/>
          <pc:sldMk cId="4109868463" sldId="270"/>
        </pc:sldMkLst>
      </pc:sldChg>
      <pc:sldChg chg="addSp delSp modSp new mod ord">
        <pc:chgData name="Radostin Lachezarov Barzakov [Student-PECS]" userId="e4102025-52b8-4d86-8105-72d72b8f06e4" providerId="ADAL" clId="{FCC37876-EFB4-4A20-9B24-47BD86921F75}" dt="2025-05-01T12:24:10.542" v="99"/>
        <pc:sldMkLst>
          <pc:docMk/>
          <pc:sldMk cId="2406751371" sldId="271"/>
        </pc:sldMkLst>
        <pc:spChg chg="del">
          <ac:chgData name="Radostin Lachezarov Barzakov [Student-PECS]" userId="e4102025-52b8-4d86-8105-72d72b8f06e4" providerId="ADAL" clId="{FCC37876-EFB4-4A20-9B24-47BD86921F75}" dt="2025-05-01T12:02:43.926" v="79" actId="478"/>
          <ac:spMkLst>
            <pc:docMk/>
            <pc:sldMk cId="2406751371" sldId="271"/>
            <ac:spMk id="2" creationId="{EF40A214-53AF-5D56-AB42-A78F957AAA46}"/>
          </ac:spMkLst>
        </pc:spChg>
        <pc:spChg chg="del">
          <ac:chgData name="Radostin Lachezarov Barzakov [Student-PECS]" userId="e4102025-52b8-4d86-8105-72d72b8f06e4" providerId="ADAL" clId="{FCC37876-EFB4-4A20-9B24-47BD86921F75}" dt="2025-05-01T12:02:22.918" v="77" actId="931"/>
          <ac:spMkLst>
            <pc:docMk/>
            <pc:sldMk cId="2406751371" sldId="271"/>
            <ac:spMk id="3" creationId="{6F6183F7-8A23-96E1-5365-3DDB0A28821E}"/>
          </ac:spMkLst>
        </pc:spChg>
        <pc:picChg chg="add mod">
          <ac:chgData name="Radostin Lachezarov Barzakov [Student-PECS]" userId="e4102025-52b8-4d86-8105-72d72b8f06e4" providerId="ADAL" clId="{FCC37876-EFB4-4A20-9B24-47BD86921F75}" dt="2025-05-01T12:14:54.058" v="94" actId="1076"/>
          <ac:picMkLst>
            <pc:docMk/>
            <pc:sldMk cId="2406751371" sldId="271"/>
            <ac:picMk id="5" creationId="{3E8C83A6-FC04-6E19-EFAD-416E653F00A2}"/>
          </ac:picMkLst>
        </pc:picChg>
      </pc:sldChg>
      <pc:sldChg chg="modSp new mod">
        <pc:chgData name="Radostin Lachezarov Barzakov [Student-PECS]" userId="e4102025-52b8-4d86-8105-72d72b8f06e4" providerId="ADAL" clId="{FCC37876-EFB4-4A20-9B24-47BD86921F75}" dt="2025-05-01T12:03:40.152" v="87" actId="5793"/>
        <pc:sldMkLst>
          <pc:docMk/>
          <pc:sldMk cId="2907613652" sldId="272"/>
        </pc:sldMkLst>
        <pc:spChg chg="mod">
          <ac:chgData name="Radostin Lachezarov Barzakov [Student-PECS]" userId="e4102025-52b8-4d86-8105-72d72b8f06e4" providerId="ADAL" clId="{FCC37876-EFB4-4A20-9B24-47BD86921F75}" dt="2025-05-01T12:03:29.739" v="84"/>
          <ac:spMkLst>
            <pc:docMk/>
            <pc:sldMk cId="2907613652" sldId="272"/>
            <ac:spMk id="2" creationId="{08BBE694-8A13-743E-6249-0C87DDDBF2E0}"/>
          </ac:spMkLst>
        </pc:spChg>
        <pc:spChg chg="mod">
          <ac:chgData name="Radostin Lachezarov Barzakov [Student-PECS]" userId="e4102025-52b8-4d86-8105-72d72b8f06e4" providerId="ADAL" clId="{FCC37876-EFB4-4A20-9B24-47BD86921F75}" dt="2025-05-01T12:03:40.152" v="87" actId="5793"/>
          <ac:spMkLst>
            <pc:docMk/>
            <pc:sldMk cId="2907613652" sldId="272"/>
            <ac:spMk id="3" creationId="{468DF32D-8883-C20E-27B7-2281F19306B3}"/>
          </ac:spMkLst>
        </pc:spChg>
      </pc:sldChg>
      <pc:sldChg chg="addSp delSp modSp new mod setBg">
        <pc:chgData name="Radostin Lachezarov Barzakov [Student-PECS]" userId="e4102025-52b8-4d86-8105-72d72b8f06e4" providerId="ADAL" clId="{FCC37876-EFB4-4A20-9B24-47BD86921F75}" dt="2025-05-01T12:22:49.671" v="97" actId="20577"/>
        <pc:sldMkLst>
          <pc:docMk/>
          <pc:sldMk cId="1996177498" sldId="273"/>
        </pc:sldMkLst>
        <pc:spChg chg="del">
          <ac:chgData name="Radostin Lachezarov Barzakov [Student-PECS]" userId="e4102025-52b8-4d86-8105-72d72b8f06e4" providerId="ADAL" clId="{FCC37876-EFB4-4A20-9B24-47BD86921F75}" dt="2025-05-01T12:12:06.942" v="90" actId="478"/>
          <ac:spMkLst>
            <pc:docMk/>
            <pc:sldMk cId="1996177498" sldId="273"/>
            <ac:spMk id="2" creationId="{550B7ABD-F217-3009-4DA8-6972CB3067A5}"/>
          </ac:spMkLst>
        </pc:spChg>
        <pc:spChg chg="del">
          <ac:chgData name="Radostin Lachezarov Barzakov [Student-PECS]" userId="e4102025-52b8-4d86-8105-72d72b8f06e4" providerId="ADAL" clId="{FCC37876-EFB4-4A20-9B24-47BD86921F75}" dt="2025-05-01T12:12:03.999" v="89" actId="931"/>
          <ac:spMkLst>
            <pc:docMk/>
            <pc:sldMk cId="1996177498" sldId="273"/>
            <ac:spMk id="3" creationId="{3D268CEA-9816-DF8F-8127-FDD6F9B62293}"/>
          </ac:spMkLst>
        </pc:spChg>
        <pc:spChg chg="add mod">
          <ac:chgData name="Radostin Lachezarov Barzakov [Student-PECS]" userId="e4102025-52b8-4d86-8105-72d72b8f06e4" providerId="ADAL" clId="{FCC37876-EFB4-4A20-9B24-47BD86921F75}" dt="2025-05-01T12:22:49.671" v="97" actId="20577"/>
          <ac:spMkLst>
            <pc:docMk/>
            <pc:sldMk cId="1996177498" sldId="273"/>
            <ac:spMk id="9" creationId="{BF38BA86-7074-131B-DD0B-CAE53658D1AC}"/>
          </ac:spMkLst>
        </pc:spChg>
        <pc:spChg chg="add">
          <ac:chgData name="Radostin Lachezarov Barzakov [Student-PECS]" userId="e4102025-52b8-4d86-8105-72d72b8f06e4" providerId="ADAL" clId="{FCC37876-EFB4-4A20-9B24-47BD86921F75}" dt="2025-05-01T12:12:17.872" v="91" actId="26606"/>
          <ac:spMkLst>
            <pc:docMk/>
            <pc:sldMk cId="1996177498" sldId="273"/>
            <ac:spMk id="12" creationId="{3F4C104D-5F30-4811-9376-566B26E4719A}"/>
          </ac:spMkLst>
        </pc:spChg>
        <pc:spChg chg="add">
          <ac:chgData name="Radostin Lachezarov Barzakov [Student-PECS]" userId="e4102025-52b8-4d86-8105-72d72b8f06e4" providerId="ADAL" clId="{FCC37876-EFB4-4A20-9B24-47BD86921F75}" dt="2025-05-01T12:12:17.872" v="91" actId="26606"/>
          <ac:spMkLst>
            <pc:docMk/>
            <pc:sldMk cId="1996177498" sldId="273"/>
            <ac:spMk id="14" creationId="{0815E34B-5D02-4E01-A936-E8E1C0AB6F12}"/>
          </ac:spMkLst>
        </pc:spChg>
        <pc:spChg chg="add">
          <ac:chgData name="Radostin Lachezarov Barzakov [Student-PECS]" userId="e4102025-52b8-4d86-8105-72d72b8f06e4" providerId="ADAL" clId="{FCC37876-EFB4-4A20-9B24-47BD86921F75}" dt="2025-05-01T12:12:17.872" v="91" actId="26606"/>
          <ac:spMkLst>
            <pc:docMk/>
            <pc:sldMk cId="1996177498" sldId="273"/>
            <ac:spMk id="16" creationId="{7DE3414B-B032-4710-A468-D3285E38C5FF}"/>
          </ac:spMkLst>
        </pc:spChg>
        <pc:picChg chg="add mod">
          <ac:chgData name="Radostin Lachezarov Barzakov [Student-PECS]" userId="e4102025-52b8-4d86-8105-72d72b8f06e4" providerId="ADAL" clId="{FCC37876-EFB4-4A20-9B24-47BD86921F75}" dt="2025-05-01T12:12:27.343" v="92" actId="692"/>
          <ac:picMkLst>
            <pc:docMk/>
            <pc:sldMk cId="1996177498" sldId="273"/>
            <ac:picMk id="5" creationId="{6B4C0C3F-8F3B-5C90-5E5C-666D3D75E54B}"/>
          </ac:picMkLst>
        </pc:picChg>
      </pc:sldChg>
      <pc:sldChg chg="addSp delSp modSp new mod">
        <pc:chgData name="Radostin Lachezarov Barzakov [Student-PECS]" userId="e4102025-52b8-4d86-8105-72d72b8f06e4" providerId="ADAL" clId="{FCC37876-EFB4-4A20-9B24-47BD86921F75}" dt="2025-05-01T12:37:58.768" v="114" actId="1076"/>
        <pc:sldMkLst>
          <pc:docMk/>
          <pc:sldMk cId="1774078781" sldId="274"/>
        </pc:sldMkLst>
        <pc:spChg chg="del">
          <ac:chgData name="Radostin Lachezarov Barzakov [Student-PECS]" userId="e4102025-52b8-4d86-8105-72d72b8f06e4" providerId="ADAL" clId="{FCC37876-EFB4-4A20-9B24-47BD86921F75}" dt="2025-05-01T12:37:47.079" v="112" actId="478"/>
          <ac:spMkLst>
            <pc:docMk/>
            <pc:sldMk cId="1774078781" sldId="274"/>
            <ac:spMk id="2" creationId="{9393E9A4-81BE-161B-189E-D093128F74AB}"/>
          </ac:spMkLst>
        </pc:spChg>
        <pc:spChg chg="del">
          <ac:chgData name="Radostin Lachezarov Barzakov [Student-PECS]" userId="e4102025-52b8-4d86-8105-72d72b8f06e4" providerId="ADAL" clId="{FCC37876-EFB4-4A20-9B24-47BD86921F75}" dt="2025-05-01T12:28:13.862" v="101" actId="931"/>
          <ac:spMkLst>
            <pc:docMk/>
            <pc:sldMk cId="1774078781" sldId="274"/>
            <ac:spMk id="3" creationId="{4AFD508B-E8A5-1D5A-8574-9E685A6C2750}"/>
          </ac:spMkLst>
        </pc:spChg>
        <pc:picChg chg="add mod">
          <ac:chgData name="Radostin Lachezarov Barzakov [Student-PECS]" userId="e4102025-52b8-4d86-8105-72d72b8f06e4" providerId="ADAL" clId="{FCC37876-EFB4-4A20-9B24-47BD86921F75}" dt="2025-05-01T12:37:58.768" v="114" actId="1076"/>
          <ac:picMkLst>
            <pc:docMk/>
            <pc:sldMk cId="1774078781" sldId="274"/>
            <ac:picMk id="5" creationId="{3CF059BA-D1AB-A8C4-05B2-24E0DC841A82}"/>
          </ac:picMkLst>
        </pc:picChg>
      </pc:sldChg>
    </pc:docChg>
  </pc:docChgLst>
  <pc:docChgLst>
    <pc:chgData name="Radostin Lachezarov Barzakov [Student-PECS]" userId="e4102025-52b8-4d86-8105-72d72b8f06e4" providerId="ADAL" clId="{84C83665-1B52-2740-BD67-17F9FDC47C12}"/>
    <pc:docChg chg="modSld">
      <pc:chgData name="Radostin Lachezarov Barzakov [Student-PECS]" userId="e4102025-52b8-4d86-8105-72d72b8f06e4" providerId="ADAL" clId="{84C83665-1B52-2740-BD67-17F9FDC47C12}" dt="2025-04-28T12:29:13.061" v="27" actId="20577"/>
      <pc:docMkLst>
        <pc:docMk/>
      </pc:docMkLst>
      <pc:sldChg chg="modSp mod">
        <pc:chgData name="Radostin Lachezarov Barzakov [Student-PECS]" userId="e4102025-52b8-4d86-8105-72d72b8f06e4" providerId="ADAL" clId="{84C83665-1B52-2740-BD67-17F9FDC47C12}" dt="2025-04-28T12:29:13.061" v="27" actId="20577"/>
        <pc:sldMkLst>
          <pc:docMk/>
          <pc:sldMk cId="3231502472" sldId="257"/>
        </pc:sldMkLst>
        <pc:spChg chg="mod">
          <ac:chgData name="Radostin Lachezarov Barzakov [Student-PECS]" userId="e4102025-52b8-4d86-8105-72d72b8f06e4" providerId="ADAL" clId="{84C83665-1B52-2740-BD67-17F9FDC47C12}" dt="2025-04-28T12:29:00.402" v="5" actId="20577"/>
          <ac:spMkLst>
            <pc:docMk/>
            <pc:sldMk cId="3231502472" sldId="257"/>
            <ac:spMk id="2" creationId="{FF6D6C3D-3056-A747-C8AA-F14D5B18CF12}"/>
          </ac:spMkLst>
        </pc:spChg>
        <pc:spChg chg="mod">
          <ac:chgData name="Radostin Lachezarov Barzakov [Student-PECS]" userId="e4102025-52b8-4d86-8105-72d72b8f06e4" providerId="ADAL" clId="{84C83665-1B52-2740-BD67-17F9FDC47C12}" dt="2025-04-28T12:29:13.061" v="27" actId="20577"/>
          <ac:spMkLst>
            <pc:docMk/>
            <pc:sldMk cId="3231502472" sldId="257"/>
            <ac:spMk id="3" creationId="{7BC8DA62-4EAE-6AF2-5122-0B4A06E2B1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6E731-E88C-4AE5-BA39-78EFFAFAB378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B3B7A-77DC-436D-841D-E2BA4B61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85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B3B7A-77DC-436D-841D-E2BA4B6155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5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32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6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13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52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8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52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2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86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8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4422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57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0055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27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33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0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20A3D-1503-204C-A6F6-4687080FDBB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F6D2904-C62A-DA46-827C-A64925532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1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8EF8-593A-80D4-7CD6-F58735195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1427" y="949230"/>
            <a:ext cx="8915399" cy="2262781"/>
          </a:xfrm>
        </p:spPr>
        <p:txBody>
          <a:bodyPr>
            <a:normAutofit/>
          </a:bodyPr>
          <a:lstStyle/>
          <a:p>
            <a:pPr algn="ctr"/>
            <a:r>
              <a:rPr lang="en-GB" sz="200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Counterfactual Regret Minimization (CFR) in (Simplified) Poker and Rock-Paper-Scissors</a:t>
            </a:r>
            <a:br>
              <a:rPr lang="en-GB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F3D5D-726A-3E33-560D-7F7089A19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/>
              <a:t>Radostin Barzakov</a:t>
            </a:r>
          </a:p>
        </p:txBody>
      </p:sp>
    </p:spTree>
    <p:extLst>
      <p:ext uri="{BB962C8B-B14F-4D97-AF65-F5344CB8AC3E}">
        <p14:creationId xmlns:p14="http://schemas.microsoft.com/office/powerpoint/2010/main" val="3159065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C3D-3056-A747-C8AA-F14D5B18C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to CFR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8DA62-4EAE-6AF2-5122-0B4A06E2B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/>
              <a:t>What is CFR(Zinkevich,2007)?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Algorithm for solving extensive-form games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Minimizes regret to approach Nash </a:t>
            </a:r>
            <a:r>
              <a:rPr lang="en-US" sz="2000" err="1"/>
              <a:t>Equlibrium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Applications: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Poker variants (Kuhn, Leduc)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Simplified models like Rock-Paper-Scissors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02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4746-7083-53EA-6D6E-B3DEA93FA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A8FFB-7B36-78A6-2FBA-BA0411A0D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Evaluate convergence to Nash equilibria in Kuhn and Leduc Poker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Analyze impact of iterations and deck size on CFR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Visualize and interpret strategy evolution over iterations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Benchmark CFR agents against theoretical Nash Equilibrium and simple agents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28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82C7A-3F6B-A91B-0A8D-F167B573F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Rock-Paper-Scissors (RPS) CFR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03913-B725-DBDC-E023-0277D1908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Proof of Concept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Implemented CFR for RPS game, training agents individually and simultaneously​</a:t>
            </a:r>
          </a:p>
          <a:p>
            <a:pPr marL="0" indent="0">
              <a:buNone/>
            </a:pPr>
            <a:r>
              <a:rPr lang="en-US"/>
              <a:t>Results: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Strategies converge to expected equilibrium distribution (approx. 1/3 each action)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Quick convergence due to simplicity of game dynamics</a:t>
            </a:r>
          </a:p>
        </p:txBody>
      </p:sp>
    </p:spTree>
    <p:extLst>
      <p:ext uri="{BB962C8B-B14F-4D97-AF65-F5344CB8AC3E}">
        <p14:creationId xmlns:p14="http://schemas.microsoft.com/office/powerpoint/2010/main" val="3794486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D235A-0BC2-8BFD-1D1C-9585934AB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Kuhn Poker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E5218-4860-16B5-C7DA-FA06677AD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Methodology: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Ran external CFR algorithm for various iteration counts (100 - 50,000)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Recorded execution time, number of information sets, strategy entropy​</a:t>
            </a:r>
            <a:endParaRPr lang="en-US"/>
          </a:p>
          <a:p>
            <a:pPr marL="0" indent="0">
              <a:buNone/>
            </a:pPr>
            <a:r>
              <a:rPr lang="en-US"/>
              <a:t>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Convergence improves significantly with iterations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Strategy entropy decreases, indicating less randomness as strategies stabilize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Optimal strategies closely approximate theoretical Nash equilibrium after enough iterations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59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0F71F-2A3E-8873-89AA-6F925973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/>
              <a:t>Visualization of Kuhn Poker Strategies</a:t>
            </a:r>
            <a:br>
              <a:rPr lang="en-GB" sz="4000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BBDED-9A9F-AA90-B81F-EF452364C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800"/>
              <a:t>Graphs: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Execution Time vs. Iterations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Strategy Entropy vs. Iterations</a:t>
            </a:r>
          </a:p>
          <a:p>
            <a:pPr marL="0" indent="0">
              <a:buNone/>
            </a:pPr>
            <a:r>
              <a:rPr lang="en-GB"/>
              <a:t>Observations: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Execution time scales logarithmically with iterations​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Strategy entropy stabilizes, indicating effective convergence</a:t>
            </a:r>
          </a:p>
          <a:p>
            <a:pPr>
              <a:buFont typeface="Arial" panose="020B0604020202020204" pitchFamily="34" charset="0"/>
              <a:buChar char="•"/>
            </a:pPr>
            <a:endParaRPr lang="en-GB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31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EBFA83-91BB-00D6-EE36-17AEFE5D8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9276" y="470439"/>
            <a:ext cx="8481124" cy="5635086"/>
          </a:xfrm>
          <a:noFill/>
          <a:effectLst>
            <a:softEdge rad="12700"/>
          </a:effectLst>
          <a:scene3d>
            <a:camera prst="orthographicFront"/>
            <a:lightRig rig="threePt" dir="t"/>
          </a:scene3d>
          <a:sp3d contourW="12700"/>
        </p:spPr>
      </p:pic>
    </p:spTree>
    <p:extLst>
      <p:ext uri="{BB962C8B-B14F-4D97-AF65-F5344CB8AC3E}">
        <p14:creationId xmlns:p14="http://schemas.microsoft.com/office/powerpoint/2010/main" val="3493550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038D-4A43-574E-030A-84F41309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Leduc Poker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DE284-A4F2-CB03-AED6-508378BBE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Methodology: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Implemented CFR algorithm across multiple iterations (1,000 to 100,000)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Measured exploitability, runtime, and average utility​</a:t>
            </a:r>
          </a:p>
          <a:p>
            <a:pPr marL="0" indent="0">
              <a:buNone/>
            </a:pPr>
            <a:r>
              <a:rPr lang="en-US"/>
              <a:t>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Exploitability sharply decreases as iterations increase, indicating strategy convergence towards Nash Equilibrium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Runtime increases with iterations, highlighting computational trade-offs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09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59F991-8907-5406-2F72-CF4D38CDE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5617" y="1268951"/>
            <a:ext cx="6692328" cy="4320097"/>
          </a:xfrm>
          <a:ln>
            <a:solidFill>
              <a:schemeClr val="tx1">
                <a:alpha val="94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4097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38BA86-7074-131B-DD0B-CAE53658D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GB" b="1"/>
              <a:t>Exploitability</a:t>
            </a:r>
            <a:r>
              <a:rPr lang="en-GB"/>
              <a:t> = the average per-hand gain a perfect (best-response) opponent would achieve against our strategy zero at Nash equilibrium.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4C0C3F-8F3B-5C90-5E5C-666D3D75E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136931"/>
            <a:ext cx="6953577" cy="42590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77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F78F8-5EC2-AF3C-BC19-5DB1D0E8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Strategy Evolution in Leduc Poker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6B71-2FE7-3B88-3B51-CDF7EF329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Tracked strategy changes in information sets over iterations: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Player strategy heatmaps at different stages (Round 1 and Round 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Visualizations show gradual strategy stabilization with increased iterations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29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F059BA-D1AB-A8C4-05B2-24E0DC841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4476" y="1362075"/>
            <a:ext cx="6087623" cy="3778250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4078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8C83A6-FC04-6E19-EFAD-416E653F0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13309" y="1539875"/>
            <a:ext cx="6152808" cy="3778250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6751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8985-E307-0FC4-C0B2-34139788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Conclusions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08D55-66EA-BFD5-694D-7D23F1D5E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/>
              <a:t>CFR effectively approximates Nash Equilibrium across game complexities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Convergence heavily influenced by iterations and complexity of game dynamics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13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E694-8A13-743E-6249-0C87DDDB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Future Work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DF32D-8883-C20E-27B7-2281F1930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Future improvements: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Enhanced sampling techniques to reduce computational costs(MCCFR)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Reduce complexity for larger state games (binning) 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13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5EA4-F7E6-62C6-A5F4-3CD60EAA9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Q&amp;A Session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BB565-75CD-B10C-0765-36FC7C339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Thank you for your attention. Any questions?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8247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3e6beba-c4aa-4731-af5d-d735b097eadb}" enabled="0" method="" siteId="{93e6beba-c4aa-4731-af5d-d735b097ead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Application>Microsoft Office PowerPoint</Application>
  <PresentationFormat>Widescreen</PresentationFormat>
  <Slides>16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Wisp</vt:lpstr>
      <vt:lpstr>Counterfactual Regret Minimization (CFR) in (Simplified) Poker and Rock-Paper-Scissors </vt:lpstr>
      <vt:lpstr>Introduction to CFR</vt:lpstr>
      <vt:lpstr>Project Objectives</vt:lpstr>
      <vt:lpstr>Rock-Paper-Scissors (RPS) CFR</vt:lpstr>
      <vt:lpstr>Kuhn Poker </vt:lpstr>
      <vt:lpstr>Visualization of Kuhn Poker Strategies </vt:lpstr>
      <vt:lpstr>PowerPoint Presentation</vt:lpstr>
      <vt:lpstr>Leduc Poker Evaluation</vt:lpstr>
      <vt:lpstr>PowerPoint Presentation</vt:lpstr>
      <vt:lpstr>PowerPoint Presentation</vt:lpstr>
      <vt:lpstr>Strategy Evolution in Leduc Poker</vt:lpstr>
      <vt:lpstr>PowerPoint Presentation</vt:lpstr>
      <vt:lpstr>PowerPoint Presentation</vt:lpstr>
      <vt:lpstr>Conclusions</vt:lpstr>
      <vt:lpstr>Future Work</vt:lpstr>
      <vt:lpstr>Q&amp;A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Radostin Lachezarov Barzakov [Student-PECS]</dc:creator>
  <cp:revision>1</cp:revision>
  <dcterms:created xsi:type="dcterms:W3CDTF">2025-04-28T08:36:52Z</dcterms:created>
  <dcterms:modified xsi:type="dcterms:W3CDTF">2025-05-01T12:38:19Z</dcterms:modified>
</cp:coreProperties>
</file>